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6" r:id="rId4"/>
    <p:sldId id="275" r:id="rId5"/>
    <p:sldId id="276" r:id="rId6"/>
    <p:sldId id="277" r:id="rId7"/>
    <p:sldId id="278" r:id="rId8"/>
    <p:sldId id="279" r:id="rId9"/>
    <p:sldId id="295" r:id="rId10"/>
    <p:sldId id="280" r:id="rId11"/>
    <p:sldId id="296" r:id="rId12"/>
    <p:sldId id="281" r:id="rId13"/>
    <p:sldId id="282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67"/>
      </p:cViewPr>
      <p:guideLst>
        <p:guide orient="horz" pos="2160"/>
        <p:guide pos="38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EE5801-0CA3-4062-A173-94852E748FF5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AFADD-C605-43E3-B2EA-82269C52CC0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solidFill>
            <a:srgbClr val="FF0000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dirty="0">
                <a:solidFill>
                  <a:schemeClr val="bg1"/>
                </a:solidFill>
                <a:effectLst/>
              </a:rPr>
              <a:t>Digital clock with FPGA implementation using Verilog</a:t>
            </a:r>
            <a:endParaRPr lang="en-US" altLang="en-US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7E55A-E7F2-4140-B7AA-75C87A67B8F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307E7-9B93-42C8-BABD-DBAC274D10B4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7E55A-E7F2-4140-B7AA-75C87A67B8F8}" type="slidenum">
              <a:rPr lang="en-IN" smtClean="0"/>
            </a:fld>
            <a:endParaRPr lang="en-IN"/>
          </a:p>
        </p:txBody>
      </p:sp>
      <p:sp>
        <p:nvSpPr>
          <p:cNvPr id="11" name="Subtitle 2"/>
          <p:cNvSpPr txBox="1"/>
          <p:nvPr userDrawn="1"/>
        </p:nvSpPr>
        <p:spPr>
          <a:xfrm>
            <a:off x="0" y="6627494"/>
            <a:ext cx="12192000" cy="238125"/>
          </a:xfrm>
          <a:prstGeom prst="rect">
            <a:avLst/>
          </a:prstGeom>
          <a:solidFill>
            <a:srgbClr val="FFC000"/>
          </a:solidFill>
        </p:spPr>
        <p:txBody>
          <a:bodyPr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Dept. of E&amp;CE, AIET, </a:t>
            </a:r>
            <a:r>
              <a:rPr lang="en-US" sz="16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Moodbidri</a:t>
            </a:r>
            <a:r>
              <a:rPr lang="en-US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8610600" y="6551611"/>
            <a:ext cx="2743200" cy="3063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B27E55A-E7F2-4140-B7AA-75C87A67B8F8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doi.org/10.1016/j.prime.2023.100115" TargetMode="External"/><Relationship Id="rId3" Type="http://schemas.openxmlformats.org/officeDocument/2006/relationships/hyperlink" Target="https://doi.org/10.1016/j.snr.2025.100302" TargetMode="External"/><Relationship Id="rId2" Type="http://schemas.openxmlformats.org/officeDocument/2006/relationships/hyperlink" Target="https://doi.org/10.1016/j.protcy.2014.09.056" TargetMode="External"/><Relationship Id="rId1" Type="http://schemas.openxmlformats.org/officeDocument/2006/relationships/hyperlink" Target="https://doi.org/10.1016/j.rineng.2025.104945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86647344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8" y="457200"/>
            <a:ext cx="1728120" cy="16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IN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898248" y="1857583"/>
            <a:ext cx="87620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85900" algn="l"/>
                <a:tab pos="1600200" algn="l"/>
                <a:tab pos="3400425" algn="ctr"/>
                <a:tab pos="60293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85900" algn="l"/>
                <a:tab pos="1600200" algn="l"/>
                <a:tab pos="3400425" algn="ctr"/>
                <a:tab pos="6029325" algn="l"/>
              </a:tabLs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Electronics &amp; Communication Engineering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5296" y="207089"/>
            <a:ext cx="105814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  <a:tabLst>
                <a:tab pos="2971800" algn="ctr"/>
                <a:tab pos="5943600" algn="r"/>
              </a:tabLst>
            </a:pP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ALVA’S INSTITUTE OF ENGINEERING &amp; TECHNOLOGY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2971800" algn="ctr"/>
                <a:tab pos="594360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Unit of Alva’s Education Foundation (R)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2971800" algn="ctr"/>
                <a:tab pos="594360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(Affiliated to VTU, Belagavi. Approved by AICTE, New Delhi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2971800" algn="ctr"/>
                <a:tab pos="5943600" algn="r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&amp; Recognized by Government of Karnataka)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None/>
              <a:tabLst>
                <a:tab pos="2971800" algn="ctr"/>
                <a:tab pos="5943600" algn="r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(Accredited by NBA and NAAC with A+) (ECE &amp; CSE)</a:t>
            </a:r>
            <a:endParaRPr lang="en-IN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92870" y="2399831"/>
            <a:ext cx="4267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MINI-PROJECT PRESENTATION</a:t>
            </a:r>
            <a:endParaRPr lang="en-IN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386205" y="3220085"/>
            <a:ext cx="14964410" cy="13271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clock with FPGA implementation using verilog</a:t>
            </a: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9073" y="4538753"/>
            <a:ext cx="4155914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Supritha HR          [4AL23EC101]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Suraksha S Shetty [4AL23EC102]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Umaraj MB           [4AL23EC107]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62754" y="4538753"/>
            <a:ext cx="4155914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Mr.Sudhakar H M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E &amp; C E,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Mijar, Moodbidri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/>
          <p:cNvGraphicFramePr/>
          <p:nvPr/>
        </p:nvGraphicFramePr>
        <p:xfrm>
          <a:off x="10419080" y="674650"/>
          <a:ext cx="1499588" cy="1370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2" imgW="2254250" imgH="2254250" progId="StaticMetafile">
                  <p:embed/>
                </p:oleObj>
              </mc:Choice>
              <mc:Fallback>
                <p:oleObj name="" r:id="rId2" imgW="2254250" imgH="2254250" progId="StaticMetafile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419080" y="674650"/>
                        <a:ext cx="1499588" cy="13707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3749040" cy="6407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 txBox="1"/>
          <p:nvPr/>
        </p:nvSpPr>
        <p:spPr>
          <a:xfrm>
            <a:off x="1341120" y="1005840"/>
            <a:ext cx="5140960" cy="4759902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Conclusion/outcome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400685" y="581025"/>
            <a:ext cx="3154680" cy="701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2085" y="1595120"/>
            <a:ext cx="11532235" cy="39801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successfully design, implement, and validate a fully functional 12-hour digital clock on an FPGA using Verilog HDL in Xilinx ISE, capable of accurately generating and displaying real-time hours, minutes, and seconds on seven-segment displays while demonstrating efficient FPGA-based digital system design.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496435" y="-128905"/>
            <a:ext cx="4418965" cy="494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6294120" cy="6711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ROBLEM STATEMENT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2555" y="1036320"/>
            <a:ext cx="11643360" cy="55403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today’s digital era, accurate and reliable timekeeping is a critical requirement in many electronic systems. Traditional microcontroller-based clocks often face limitations such as restricted processing speed, timing inaccuracies, and reduced efficiency.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FPGA-based design provides a more robust solution by offering high-speed operation, precise timing control, and reconfigurable hardware.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a real-time 12-hour digital clock was successfully designed and implemented using an FPGA board and Verilog HDL, achieving high precision, efficient hardware utilization, and reliable time display on seven-segment outputs.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4541520" cy="6864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7185" y="1051560"/>
            <a:ext cx="11517630" cy="5358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Clock using FPGA system is a successfully completed project that designs and implements a 12-hour format digital clock on an FPGA board using Verilog HDL in Xilinx ISE. The project demonstrates the practical working of FPGA-based digital systems for accurate real-time applications.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clock accurately displays hours, minutes, and seconds on seven-segment LED displays.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hardware enables high-speed, parallel processing for improved performance.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precise and reliable real-time operation.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enhances understanding of digital design, simulation, and hardware implementation on FPGA devices.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showcases the efficiency, flexibility, and superiority of FPGA-based systems compared to traditional microcontroller-based clocks.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5974080" cy="6407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4280" y="861483"/>
            <a:ext cx="634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literature survey work is summarized in Table I.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79498" y="1187739"/>
            <a:ext cx="6123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TABLE I.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SUMMARY OF THE LITERATURE REVIEW. 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842135"/>
            <a:ext cx="11018520" cy="4396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460248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zh-CN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METHODOLOGY 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0647" y="1226185"/>
            <a:ext cx="11990705" cy="5266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display real-time time information using an FPGA board and Verilog HDL, where the FPGA efficiently handles all timing, counting, and display operations through parallel processing. The design uses hardware-based counters and clock dividers to achieve accurate timekeeping, and a seven-segment display interface to show the current time in a 12-hour format.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buFont typeface="Wingdings" panose="05000000000000000000" charset="0"/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FPGA generates a 1 Hz real-time clock pulse.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counters track hours and minutes in 12-hour format.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Seven-segment display decoders convert binary values to display patterns.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inputs allow manual adjustment of time.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confirms correct functioning before hardware implementation.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programmed on the FPGA board, the clock displays the current time accurately on four seven-segment displays.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26060" y="14027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Block Diagram: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4325" y="2038986"/>
            <a:ext cx="745807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8290560" cy="6407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TECHNOLOGY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054840" cy="543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Tools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Vivado Design Suite (Xilinx)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:Used for writing, simulating, synthesizing, and implementing Verilog HDL code on the FPGA board.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Verilog HDL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:Hardware Description Language used to design the clock logic, conversion, and display modules.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Xilinx ISE Constraint Editor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:For mapping FPGA pins and defining hardware connections.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Technology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FPGA Board (Xilinx Artix-7)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:Used as the main hardware platform for implementation and testing.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7-Segment LED Display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:To show real-time hours and minutes in digital format.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Buttons &amp; Switches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:For setting time and controlling clock functions.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3530" y="549910"/>
            <a:ext cx="11130280" cy="1083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RESULTS AND IMPLEMENTATION OUTPUTS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303530" y="1365250"/>
            <a:ext cx="7019290" cy="5149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fully functional 12-hour digital clock on the FPGA board using Verilog HDL.Generated an accurate 1 Hz clock pulse through clock division for real-time timing.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counters for hours, minutes, and seconds, tested through simulation and hardware.Designed and used 7-segment display decoders to show time in HH:MM:SS format.Verified functionality through ModelSim/Vivado simulation, confirming correct time transitions.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testing on FPGA showed accurate and stable time display with smooth setting.Integrated manual time-setting controls using push buttons/switches.Demonstrated advantages of FPGA design: parallel processing, timing accuracy, and reconfigurable hardware.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0765" y="1454150"/>
            <a:ext cx="4697730" cy="4103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6487160" cy="56451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CONCLUSION/OUTCOME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2720" y="1036320"/>
            <a:ext cx="11821160" cy="5478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Digital Clock with FPGA Implementation project successfully demonstrates how digital logic and FPGA technology can be combined to create an accurate, efficient, and reconfigurable real-time system.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Verilog HDL on the FPGA board, the design performs precise timekeeping with hour, minute, and second display on 7-segment LEDs.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highlights the advantages of FPGA-based design such as high-speed parallel processing, hardware flexibility, and improved timing accuracy. 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enhances practical understanding of digital design, simulation, and synthesis, promoting the use of FPGA technology in modern embedded systems.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838200" y="365125"/>
            <a:ext cx="3474720" cy="6559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REFERNCES</a:t>
            </a:r>
            <a:endParaRPr lang="en-IN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50520" y="1203960"/>
            <a:ext cx="11490960" cy="51701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Determining off time duration of FPGA basec GPS tracking systemAnil, A., Manjunath, K., Panigrahi,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T., &amp; Dubey, A. (2018, October). Determining" OFF" Time Duration of FPGA basec GPS Tracking System. In 2018 Conference on Information and Communication Technology (CICT) (pp. 1-5). IEEE.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1"/>
              </a:rPr>
              <a:t>https://doi.org/10.1016/j.rineng.2025.104945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Using the Basys-3 trainer to support VHDL in digital logic fundamentals course Bonniwell, J. L., &amp; Schneider, S. C. (2016, October). Using the Basys-3 trainer to support VHDL in digital logic fundamentals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course. In 2016 IEEE Frontiers in Education Conference (FIE) (pp. 1-4). IEEE.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2"/>
              </a:rPr>
              <a:t>https://doi.org/10.1016/j.protcy.2014.09.056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Introduction to FPGA designSerrano, J. (2008). Introduction to FPGA design.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/>
              </a:rPr>
              <a:t>https://doi.org/10.1016/j.snr.2025.100302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65125" indent="-365125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  <a:hlinkClick r:id="rId3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 Review of Design of Digital Clock Based on Verilog HDL. Li, W., Li, S., Zeng, Q., &amp; Zhou, C. (2023). A Review of Design of Digital Clock Based on Verilog HDL. Highlights in Science, Engineering and Technology, 46, 289-297.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5125" indent="-365125"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/>
              </a:rPr>
              <a:t>https://doi.org/10.1016/j.prime.2023.100115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44" y="307577"/>
            <a:ext cx="10516511" cy="62428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6473</Words>
  <Application>WPS Presentation</Application>
  <PresentationFormat>Widescreen</PresentationFormat>
  <Paragraphs>128</Paragraphs>
  <Slides>13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Calibri</vt:lpstr>
      <vt:lpstr>Wingdings</vt:lpstr>
      <vt:lpstr>Microsoft YaHei</vt:lpstr>
      <vt:lpstr>Arial Unicode MS</vt:lpstr>
      <vt:lpstr>Calibri Light</vt:lpstr>
      <vt:lpstr>等线 Light</vt:lpstr>
      <vt:lpstr>Office Theme</vt:lpstr>
      <vt:lpstr>StaticMetafile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Hemanth T S</dc:creator>
  <cp:lastModifiedBy>Suraksha S Shetty</cp:lastModifiedBy>
  <cp:revision>112</cp:revision>
  <dcterms:created xsi:type="dcterms:W3CDTF">2024-12-01T16:06:00Z</dcterms:created>
  <dcterms:modified xsi:type="dcterms:W3CDTF">2025-11-24T16:10:34Z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2B9C5D6569454C40B33F555B422F31A5_12</vt:lpwstr>
  </property>
  <property fmtid="{D5CDD505-2E9C-101B-9397-08002B2CF9AE}" pid="3" name="KSOProductBuildVer">
    <vt:lpwstr>1033-12.2.0.23155</vt:lpwstr>
  </property>
</Properties>
</file>